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DA67-E619-4456-B188-DDE2F8E58FD5}" type="datetimeFigureOut">
              <a:rPr lang="en-ZA" smtClean="0"/>
              <a:t>2025/10/02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F8B9-CD98-4D57-9CA3-AA7E1A11FD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21236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DA67-E619-4456-B188-DDE2F8E58FD5}" type="datetimeFigureOut">
              <a:rPr lang="en-ZA" smtClean="0"/>
              <a:t>2025/10/02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F8B9-CD98-4D57-9CA3-AA7E1A11FD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22434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DA67-E619-4456-B188-DDE2F8E58FD5}" type="datetimeFigureOut">
              <a:rPr lang="en-ZA" smtClean="0"/>
              <a:t>2025/10/02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F8B9-CD98-4D57-9CA3-AA7E1A11FD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3119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DA67-E619-4456-B188-DDE2F8E58FD5}" type="datetimeFigureOut">
              <a:rPr lang="en-ZA" smtClean="0"/>
              <a:t>2025/10/02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F8B9-CD98-4D57-9CA3-AA7E1A11FD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5856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DA67-E619-4456-B188-DDE2F8E58FD5}" type="datetimeFigureOut">
              <a:rPr lang="en-ZA" smtClean="0"/>
              <a:t>2025/10/02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F8B9-CD98-4D57-9CA3-AA7E1A11FD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68479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DA67-E619-4456-B188-DDE2F8E58FD5}" type="datetimeFigureOut">
              <a:rPr lang="en-ZA" smtClean="0"/>
              <a:t>2025/10/02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F8B9-CD98-4D57-9CA3-AA7E1A11FD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53963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DA67-E619-4456-B188-DDE2F8E58FD5}" type="datetimeFigureOut">
              <a:rPr lang="en-ZA" smtClean="0"/>
              <a:t>2025/10/02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F8B9-CD98-4D57-9CA3-AA7E1A11FD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27630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DA67-E619-4456-B188-DDE2F8E58FD5}" type="datetimeFigureOut">
              <a:rPr lang="en-ZA" smtClean="0"/>
              <a:t>2025/10/02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F8B9-CD98-4D57-9CA3-AA7E1A11FD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76332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DA67-E619-4456-B188-DDE2F8E58FD5}" type="datetimeFigureOut">
              <a:rPr lang="en-ZA" smtClean="0"/>
              <a:t>2025/10/02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F8B9-CD98-4D57-9CA3-AA7E1A11FD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03202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DA67-E619-4456-B188-DDE2F8E58FD5}" type="datetimeFigureOut">
              <a:rPr lang="en-ZA" smtClean="0"/>
              <a:t>2025/10/02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F8B9-CD98-4D57-9CA3-AA7E1A11FD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80241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DA67-E619-4456-B188-DDE2F8E58FD5}" type="datetimeFigureOut">
              <a:rPr lang="en-ZA" smtClean="0"/>
              <a:t>2025/10/02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F8B9-CD98-4D57-9CA3-AA7E1A11FD7F}" type="slidenum">
              <a:rPr lang="en-ZA" smtClean="0"/>
              <a:t>‹#›</a:t>
            </a:fld>
            <a:endParaRPr lang="en-Z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4207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DA67-E619-4456-B188-DDE2F8E58FD5}" type="datetimeFigureOut">
              <a:rPr lang="en-ZA" smtClean="0"/>
              <a:t>2025/10/02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F8B9-CD98-4D57-9CA3-AA7E1A11FD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05460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DA67-E619-4456-B188-DDE2F8E58FD5}" type="datetimeFigureOut">
              <a:rPr lang="en-ZA" smtClean="0"/>
              <a:t>2025/10/02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F8B9-CD98-4D57-9CA3-AA7E1A11FD7F}" type="slidenum">
              <a:rPr lang="en-ZA" smtClean="0"/>
              <a:t>‹#›</a:t>
            </a:fld>
            <a:endParaRPr lang="en-Z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3953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DA67-E619-4456-B188-DDE2F8E58FD5}" type="datetimeFigureOut">
              <a:rPr lang="en-ZA" smtClean="0"/>
              <a:t>2025/10/02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F8B9-CD98-4D57-9CA3-AA7E1A11FD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1983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DA67-E619-4456-B188-DDE2F8E58FD5}" type="datetimeFigureOut">
              <a:rPr lang="en-ZA" smtClean="0"/>
              <a:t>2025/10/02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F8B9-CD98-4D57-9CA3-AA7E1A11FD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51058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DA67-E619-4456-B188-DDE2F8E58FD5}" type="datetimeFigureOut">
              <a:rPr lang="en-ZA" smtClean="0"/>
              <a:t>2025/10/02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F8B9-CD98-4D57-9CA3-AA7E1A11FD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96730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4DA67-E619-4456-B188-DDE2F8E58FD5}" type="datetimeFigureOut">
              <a:rPr lang="en-ZA" smtClean="0"/>
              <a:t>2025/10/02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5A8F8B9-CD98-4D57-9CA3-AA7E1A11FD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82708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unity3d.com/ScriptReference/" TargetMode="External"/><Relationship Id="rId2" Type="http://schemas.openxmlformats.org/officeDocument/2006/relationships/hyperlink" Target="https://mqtt.org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unity.com/products/machine-learning-agen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578518-8CDB-1AD0-4EE3-3C2BA11FB3A0}"/>
              </a:ext>
            </a:extLst>
          </p:cNvPr>
          <p:cNvSpPr txBox="1"/>
          <p:nvPr/>
        </p:nvSpPr>
        <p:spPr>
          <a:xfrm>
            <a:off x="737610" y="3207178"/>
            <a:ext cx="60921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Multi-robot data streaming in Unity</a:t>
            </a:r>
            <a:endParaRPr lang="en-US" b="1" dirty="0"/>
          </a:p>
          <a:p>
            <a:r>
              <a:rPr lang="en-US" b="1" dirty="0"/>
              <a:t>Don 600340 </a:t>
            </a:r>
          </a:p>
          <a:p>
            <a:r>
              <a:rPr lang="en-US" b="1" dirty="0"/>
              <a:t>Date: 2025/10/01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848AA9-9749-9C5C-15ED-A34FECCE9C20}"/>
              </a:ext>
            </a:extLst>
          </p:cNvPr>
          <p:cNvSpPr/>
          <p:nvPr/>
        </p:nvSpPr>
        <p:spPr>
          <a:xfrm>
            <a:off x="523537" y="510583"/>
            <a:ext cx="8950247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i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“Nimbus MR Subscribers &amp; Integration”</a:t>
            </a:r>
            <a:endParaRPr lang="en-ZA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9031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D32417C-110D-C04A-EEB7-30A7D746124D}"/>
              </a:ext>
            </a:extLst>
          </p:cNvPr>
          <p:cNvSpPr txBox="1"/>
          <p:nvPr/>
        </p:nvSpPr>
        <p:spPr>
          <a:xfrm>
            <a:off x="397239" y="400587"/>
            <a:ext cx="610099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Nimbus-MR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= a collection of Python subscriber scripts.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Purpose: Receive and forward data (video, yaw, pose, messages, etc.) from drones/robots → Unity bridge.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We explain 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 subscriber in detail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then show others briefly.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5B92E7-9093-85EE-F2ED-6C3821BE0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737" y="3167725"/>
            <a:ext cx="5728179" cy="10857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DA10CE-CB85-9B49-B12E-B910373E27EF}"/>
              </a:ext>
            </a:extLst>
          </p:cNvPr>
          <p:cNvSpPr txBox="1"/>
          <p:nvPr/>
        </p:nvSpPr>
        <p:spPr>
          <a:xfrm>
            <a:off x="951874" y="4613320"/>
            <a:ext cx="610099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Code purpose:</a:t>
            </a:r>
          </a:p>
          <a:p>
            <a:r>
              <a:rPr lang="en-US" dirty="0"/>
              <a:t>The script listens to the drone’s camera, grabs each video frame, and sends it over MQTT to Unity.</a:t>
            </a:r>
          </a:p>
          <a:p>
            <a:r>
              <a:rPr lang="en-US" b="1" dirty="0"/>
              <a:t>Why it matters:</a:t>
            </a:r>
          </a:p>
          <a:p>
            <a:r>
              <a:rPr lang="en-US" dirty="0"/>
              <a:t>Enables real-time drone video streaming inside Unity.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1028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F7EF4A-4ED6-E3BA-F39C-B7E1A8D66E33}"/>
              </a:ext>
            </a:extLst>
          </p:cNvPr>
          <p:cNvSpPr txBox="1"/>
          <p:nvPr/>
        </p:nvSpPr>
        <p:spPr>
          <a:xfrm>
            <a:off x="247335" y="444921"/>
            <a:ext cx="61009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000" b="1" dirty="0"/>
              <a:t>Other Subscribers (Quick Overview</a:t>
            </a:r>
            <a:r>
              <a:rPr lang="en-ZA" sz="2000" b="1" u="sng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FA482A-5612-A2E4-3206-B55B30806183}"/>
              </a:ext>
            </a:extLst>
          </p:cNvPr>
          <p:cNvSpPr txBox="1"/>
          <p:nvPr/>
        </p:nvSpPr>
        <p:spPr>
          <a:xfrm>
            <a:off x="3964898" y="4271639"/>
            <a:ext cx="610099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Unity Bridge Connection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Unity receives data via the bridge and C# scripts.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Subscribers send → Unity bridge forwards → Unity visualizes.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Ensures drones in Unity behave like their real-world counterparts.</a:t>
            </a:r>
            <a:endParaRPr lang="en-ZA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3F56C2D-1A13-054E-F640-1030003D79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528819"/>
              </p:ext>
            </p:extLst>
          </p:nvPr>
        </p:nvGraphicFramePr>
        <p:xfrm>
          <a:off x="247335" y="1125775"/>
          <a:ext cx="812800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94057666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903076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mr_yaw_subscriber.py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streams drone yaw/orientation.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109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mr_audio_subscriber.py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handles audio input/output.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823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mr_pose_subscriber.py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streams 3D pose/position.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95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mr_msg_subscriber.py </a:t>
                      </a:r>
                    </a:p>
                    <a:p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simple message passing.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700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mr_detection_subscriber.py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object detection feed.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401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mr_text_subscriber.py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text message interface.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814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Others (launcher, main, utils)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coordinate everything.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98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6919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DFC971-DCAF-862E-FB93-FC2D562B08EB}"/>
              </a:ext>
            </a:extLst>
          </p:cNvPr>
          <p:cNvSpPr txBox="1"/>
          <p:nvPr/>
        </p:nvSpPr>
        <p:spPr>
          <a:xfrm>
            <a:off x="650198" y="1391063"/>
            <a:ext cx="610099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Subscribers = translators: each one takes a specific data stream and makes it usable in Unity.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Explaining one in detail is enough since the others follow the same pattern.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Together, they create a full MR (Mixed Reality) experience.</a:t>
            </a:r>
            <a:endParaRPr lang="en-Z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57A0DA-7404-DE13-4A2C-ADDB3E2746F9}"/>
              </a:ext>
            </a:extLst>
          </p:cNvPr>
          <p:cNvSpPr txBox="1"/>
          <p:nvPr/>
        </p:nvSpPr>
        <p:spPr>
          <a:xfrm>
            <a:off x="650198" y="604004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059232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85928E-A466-C482-36B7-82AF67F09341}"/>
              </a:ext>
            </a:extLst>
          </p:cNvPr>
          <p:cNvSpPr txBox="1"/>
          <p:nvPr/>
        </p:nvSpPr>
        <p:spPr>
          <a:xfrm>
            <a:off x="3057525" y="901274"/>
            <a:ext cx="611505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ZA" dirty="0"/>
              <a:t>OASIS. MQTT Version 3.1.1. OASIS Standard. [Online]. Available: </a:t>
            </a:r>
            <a:r>
              <a:rPr lang="en-ZA" dirty="0">
                <a:hlinkClick r:id="rId2"/>
              </a:rPr>
              <a:t>https://mqtt.org/</a:t>
            </a:r>
            <a:endParaRPr lang="en-ZA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ZA" dirty="0"/>
              <a:t>Unity Technologies. Unity Scripting API Documentation. [Online]. Available: </a:t>
            </a:r>
            <a:r>
              <a:rPr lang="en-ZA" dirty="0">
                <a:hlinkClick r:id="rId3"/>
              </a:rPr>
              <a:t>https://docs.unity3d.com/ScriptReference/</a:t>
            </a:r>
            <a:endParaRPr lang="en-ZA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ZA" dirty="0"/>
              <a:t>Unity Technologies. ML-Agents Toolkit &amp; Robotics Hub. [Online]. Available: </a:t>
            </a:r>
            <a:r>
              <a:rPr lang="en-ZA" dirty="0">
                <a:hlinkClick r:id="rId4"/>
              </a:rPr>
              <a:t>https://unity.com/products/machine-learning-agents</a:t>
            </a:r>
            <a:endParaRPr lang="en-ZA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ZA" dirty="0"/>
              <a:t>GitHub – Nimbus Repository (MR Subscribers). [Online]. Available: (insert your repo link here)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ZA" dirty="0"/>
              <a:t>R. T. Fielding. Architectural Styles and the Design of Network-based Software Architectures (REST). PhD Dissertation, University of California, Irvine, 2000.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ZA" dirty="0"/>
              <a:t>S. K. Singh, Database Systems: Concepts, Design and Applications. Pearson Education, 2011.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ZA" dirty="0"/>
              <a:t>D. F. Specht, Foundations of Robotics: Analysis and Control. MIT Press, 1986.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ZA" dirty="0"/>
              <a:t>K. M. Miettinen. Nonlinear </a:t>
            </a:r>
            <a:r>
              <a:rPr lang="en-ZA" dirty="0" err="1"/>
              <a:t>Multiobjective</a:t>
            </a:r>
            <a:r>
              <a:rPr lang="en-ZA" dirty="0"/>
              <a:t> Optimization. Springer, 1999. (if you need theory links to optimization behind MR tasks)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7578D2-F574-B757-72C9-B6A1E5E31C61}"/>
              </a:ext>
            </a:extLst>
          </p:cNvPr>
          <p:cNvSpPr txBox="1"/>
          <p:nvPr/>
        </p:nvSpPr>
        <p:spPr>
          <a:xfrm>
            <a:off x="1978702" y="164892"/>
            <a:ext cx="5231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References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369797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1144</TotalTime>
  <Words>449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 Sanvura</dc:creator>
  <cp:lastModifiedBy>Don Sanvura</cp:lastModifiedBy>
  <cp:revision>2</cp:revision>
  <dcterms:created xsi:type="dcterms:W3CDTF">2025-10-01T13:04:47Z</dcterms:created>
  <dcterms:modified xsi:type="dcterms:W3CDTF">2025-10-02T09:25:21Z</dcterms:modified>
</cp:coreProperties>
</file>